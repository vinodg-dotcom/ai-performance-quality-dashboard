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Performance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AI-Assisted Performance Testing &amp; 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881360" cy="48463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Current run: Current (50 samples)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Baseline run: Baseline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Transactions in current run: 5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Average response time across transaction averages: 93.96 ms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Overall throughput estimate: 10.598 req/s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Estimated run duration: 4.72 seconds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Average transaction error rate: 0.00%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800">
                <a:solidFill>
                  <a:srgbClr val="373C44"/>
                </a:solidFill>
                <a:latin typeface="Aptos"/>
              </a:defRPr>
            </a:pPr>
            <a:r>
              <a:t>•   Quality gate: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Response Time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Grouped bars compare average response time by transaction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Transaction Throughput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Grouped bars show each transaction sample count divided by the estimated full run duration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Baseline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Selected metrics; full comparison remains available in the Excel export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test name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response time ms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baseline response time ms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response time change pct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throughput rps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baseline throughput rps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error rate pct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Get Comments for Post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-31.23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Get Posts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-48.57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Get Single Album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-55.47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Get Single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457.00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-70.88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Get Single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78.60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-9.66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Errors &amp; Failed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Failed samples from uploaded JMeter results and transaction-level error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881360" cy="48463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400">
                <a:solidFill>
                  <a:srgbClr val="373C44"/>
                </a:solidFill>
                <a:latin typeface="Aptos"/>
              </a:defRPr>
            </a:pPr>
            <a:r>
              <a:t>•   No errors recorded in the uploaded current-run results.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400">
                <a:solidFill>
                  <a:srgbClr val="373C44"/>
                </a:solidFill>
                <a:latin typeface="Aptos"/>
              </a:defRPr>
            </a:pPr>
            <a:r>
              <a:t>•   Current-run transaction error rates are all 0.00%.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Quality Gate &amp; Investigation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Rule-based triage guidance; not an automated root-cause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881360" cy="48463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Overall quality gate: PASS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Response-time threshold: 500.0 ms; transactions breaching it: 0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Error-rate threshold: 2.00%; transactions breaching it: 0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Baseline regression threshold: 10.0%; transactions flagged: 0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No transactions breached the configured response-time or error-rate thresholds, and no response-time regression exceeded the warning limit.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1500"/>
              </a:spcAft>
              <a:defRPr sz="1300">
                <a:solidFill>
                  <a:srgbClr val="373C44"/>
                </a:solidFill>
                <a:latin typeface="Aptos"/>
              </a:defRPr>
            </a:pPr>
            <a:r>
              <a:t>•   Recommended follow-up: validate the load profile and repeat the run; correlate any flagged transaction with CPU, memory, database waits, downstream latency, connection pools, and application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